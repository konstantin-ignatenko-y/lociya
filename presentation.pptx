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6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3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00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533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64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96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3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97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75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37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88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E76C0-0AB2-4A27-A813-30939DFADEDF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0805D-E6C6-4439-9591-A02E9221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46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48" y="292319"/>
            <a:ext cx="1076325" cy="1333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9084" y="374293"/>
            <a:ext cx="9359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Персонал – ориентированная ИТ-компания «Лоция»</a:t>
            </a:r>
            <a:endParaRPr lang="ru-RU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1479084" y="999364"/>
            <a:ext cx="10443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Зарегистрирована в 2019 году, аккредитована в </a:t>
            </a:r>
            <a:r>
              <a:rPr lang="ru-RU" sz="3200" dirty="0" err="1" smtClean="0"/>
              <a:t>Минцифра</a:t>
            </a:r>
            <a:endParaRPr lang="ru-R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1463073" y="1625819"/>
            <a:ext cx="9850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612 сотрудников. </a:t>
            </a:r>
            <a:r>
              <a:rPr lang="ru-RU" sz="3200" smtClean="0"/>
              <a:t>Разработано 10 крупных </a:t>
            </a:r>
            <a:r>
              <a:rPr lang="ru-RU" sz="3200" dirty="0" smtClean="0"/>
              <a:t>ИТ проектов</a:t>
            </a:r>
            <a:endParaRPr lang="ru-RU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1463073" y="2250890"/>
            <a:ext cx="7880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Финансовые показатели и «Капитализация»</a:t>
            </a:r>
            <a:endParaRPr lang="ru-RU" sz="32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542" y="2810383"/>
            <a:ext cx="10039713" cy="404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6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29</Words>
  <Application>Microsoft Office PowerPoint</Application>
  <PresentationFormat>Широкоэкранный</PresentationFormat>
  <Paragraphs>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grund</dc:creator>
  <cp:lastModifiedBy>grund</cp:lastModifiedBy>
  <cp:revision>4</cp:revision>
  <dcterms:created xsi:type="dcterms:W3CDTF">2026-09-20T06:52:47Z</dcterms:created>
  <dcterms:modified xsi:type="dcterms:W3CDTF">2026-09-20T07:43:35Z</dcterms:modified>
</cp:coreProperties>
</file>